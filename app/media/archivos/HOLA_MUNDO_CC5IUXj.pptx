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Open Sans" charset="1" panose="020B0606030504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71495" y="4819967"/>
            <a:ext cx="294501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HOLA MUNDO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DAG8RXcYpJA</dc:identifier>
  <dcterms:modified xsi:type="dcterms:W3CDTF">2011-08-01T06:04:30Z</dcterms:modified>
  <cp:revision>1</cp:revision>
  <dc:title>HOLA MUNDO</dc:title>
</cp:coreProperties>
</file>